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6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Host Grotesk Medium" panose="020B0604020202020204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42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3674-F105-C346-3FD1-F2FAA7AE9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8A310-A238-1A50-CF8A-B644A2F07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17E28-6381-FBE4-15CB-3C03CFEB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315A-4489-E169-447D-97169BC84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BF352-EC1E-5661-D584-F01FA94D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969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6BA6-1B6C-140D-5F9F-FED06DEC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E2E68-CC05-AF47-87A0-048FCEB5A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3434E-17C3-5C79-0D0C-AA923F7C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85EA4-99A3-C967-54F9-6D83C885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FC6FC-E885-FBD1-ACDD-0FF37D1E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064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89DD-B56D-2C5A-1848-7702421A7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AE129-EF22-9065-547C-4C8BF995F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D879-21AB-5693-BB68-A79E5D0B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58234-9F77-9143-F382-03EE0BA95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86F5-8E33-BD53-AF13-8C994D61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881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EF41-480C-8340-E476-84D83B3A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97892-8210-5294-34CF-73484002A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A9CC7-19FF-3D4B-E9E5-F085598E1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0B39C-9EE9-4F61-8ADE-8DF765BF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FFB71-DD84-B518-99A5-1F95AFE8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F26D0-8261-FFEE-3F2F-9E47FB88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124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91C7-A131-14FD-2B0F-1703E178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57CD0-CE19-4140-1E3F-2778F9268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F53AF-26A2-12AD-AB86-7EEC0E4BA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29F45-627B-4F9D-5A43-B72A57C80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39AA3-3D23-0FC3-744F-11E79CB8D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5BC3E-4C58-109E-B25D-7F2128A84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DEEB9-8AAA-EF66-8EC0-E7BC7413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A33E8-C501-DD10-7DA2-950DA82E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633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27B5-5EA9-EC85-DA26-9014FA04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2683A-7D74-F67F-5445-16CB5905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B4BFB-FAE3-454B-5F2C-E73B59C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179AD-36BE-78C1-63B4-2FF1D249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14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ADB46-CBB9-8A22-2FA7-4981AB546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78957-378E-87EC-1024-4D9CE494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EA33D-DA38-2FE7-2C2D-ADF1A3D7D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73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6B62-84F4-5C53-2C19-AB503643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B35F-68BA-91A8-92E4-3ADFDE5BF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E5191-7C71-0F29-584C-26213B10E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18F82-820C-AD04-0AB5-B7214D3B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918AD-2EA7-FDD6-8A60-459E3F1B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6CC46-A801-E96D-2832-411E6763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089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4E3B-0FCA-F3B1-797F-5F42AB43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560A7-7169-0AB4-59CF-461ABAC86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25B6F-0507-2F13-8B62-D5859B06A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F2339-05D7-87F5-B32F-4C8D29CB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F3E36-4E3B-EE9D-7FA1-CA0F7EAA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04C93-3D63-0966-A31C-FDADAE3C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309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0BE7-8934-2789-65EE-E1F17875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ADB08-1EA0-914D-2A67-218FA807F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F8899-E149-CA60-9D30-3DA814DC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3296-E628-D896-319F-A84BCE49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A2D7D-8C90-62AF-2509-81DD9F2A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425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C1F36B-EE80-41AF-10DF-08879365E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9B792-5943-9B59-04BF-3A3730833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4CCC-9A37-6AE2-F092-9C44BB184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9465-17A2-8BB0-9A3A-480BC56B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CCD3D-9A7F-49E9-6EC5-8C14F592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499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70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E9191-D9B5-FC5C-2F16-16FCE529C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74858-3863-1C6F-4D70-1E171DF20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B0225-83DD-783E-E2C4-743BCFE8A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9AEC8-204B-4AD5-8041-BCAF36A74EB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A8A8-46B1-E65C-A442-CEFD35962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ADE77-73EF-A297-72FC-D0E7DA75D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3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500" y="15538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E-Commerce Sales &amp; Customer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61475" y="3035697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Data Analytics Project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92858" y="3482181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</a:rPr>
              <a:t>Allen Jeffrey 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5560" y="3940473"/>
            <a:ext cx="3538350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Entry-level Data Analyst portfolio project focused on sales and customer analytics for a sample e-commerce dataset.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348057" y="3549551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Tools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380915" y="3940473"/>
            <a:ext cx="3538350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 | Python | MySQL | Power BI | PowerPoint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86562E-AA5C-E513-461E-948A068A0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0" y="5982222"/>
            <a:ext cx="10947705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79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7651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80709"/>
            <a:ext cx="5203794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sales and profit performance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customer and order behaviour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regional, product and category performance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discount impact on profitability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sales trends over time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26426" y="110495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Workflow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20736" y="1540669"/>
            <a:ext cx="5813379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Excel → Python → MySQL → Power BI → Business Insights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266" y="2060377"/>
            <a:ext cx="3638938" cy="4057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BA8C6C-70B7-C44E-48DD-5A95883A1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423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&amp; Technology Stack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766417"/>
            <a:ext cx="4637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250704"/>
            <a:ext cx="524685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Sample Superstore Dataset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04233"/>
            <a:ext cx="4637269" cy="1266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9,994 records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columns (order, customer, product, sales, discount, profit)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period: 2014–2017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766251" y="2159198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1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51" y="2667099"/>
            <a:ext cx="608692" cy="6087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1177" y="2667099"/>
            <a:ext cx="19220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Excel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11177" y="3151386"/>
            <a:ext cx="1922018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inspection and validation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428" y="2667099"/>
            <a:ext cx="608692" cy="6087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14354" y="2667099"/>
            <a:ext cx="19221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Python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614354" y="3151386"/>
            <a:ext cx="1922117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Pandas, NumPy, EDA, data cleaning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6251" y="4096345"/>
            <a:ext cx="608692" cy="6087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11177" y="4096345"/>
            <a:ext cx="19220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MySQL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611177" y="4580632"/>
            <a:ext cx="1922018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queries, aggregation, analysis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428" y="4096345"/>
            <a:ext cx="608692" cy="6087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14354" y="4096345"/>
            <a:ext cx="19221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Power BI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614354" y="4580632"/>
            <a:ext cx="192211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dashboards, KPI visualisation</a:t>
            </a:r>
            <a:endParaRPr lang="en-US" sz="1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638F6E-B064-8348-ABE8-99952D44A7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016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Cleaning &amp; Exploratory Data Analysis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051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89411"/>
            <a:ext cx="5203794" cy="161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and imputed missing values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and removed duplicate records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Corrected data types; parsed order &amp; shipping dates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unnecessary/blank records and validated numeric fields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1051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Exploratory Analysis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589411"/>
            <a:ext cx="5203794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&amp; sub-category performance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and state-level analysis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segmentation and top customers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 vs profit relationship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Yearly and monthly sales trend analysis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25C9C3-EC09-14A7-E9EF-299AF9A2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238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Business KPIs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792883"/>
            <a:ext cx="3496877" cy="1082873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98824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Sales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396927"/>
            <a:ext cx="310616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$2.30M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792883"/>
            <a:ext cx="3496877" cy="1082873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198824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Profit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396927"/>
            <a:ext cx="310616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$286.40K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792883"/>
            <a:ext cx="3496877" cy="1082873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198824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Orders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396927"/>
            <a:ext cx="310616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5,009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064768"/>
            <a:ext cx="3496877" cy="1082873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32601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Customers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3668812"/>
            <a:ext cx="310616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7359" y="3064768"/>
            <a:ext cx="3496877" cy="1082873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2716" y="32601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Quantity Sold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42716" y="3668812"/>
            <a:ext cx="310616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37,873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33244" y="3064768"/>
            <a:ext cx="3496877" cy="1082873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8600" y="32601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Profit Margin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228600" y="3668812"/>
            <a:ext cx="310616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12.47%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4336653"/>
            <a:ext cx="10868646" cy="1082873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832" y="4532015"/>
            <a:ext cx="104779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Average Order Value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56832" y="4940697"/>
            <a:ext cx="10477932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$458.61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1475" y="5632152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KPIs provide a consolidated view of sales, profitability, customer reach and order activity for stakeholder review.</a:t>
            </a:r>
            <a:endParaRPr lang="en-US" sz="14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23F9EE8-0CC0-C752-5F30-AB258E39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884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 Business Analysis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089521"/>
            <a:ext cx="10868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Questions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1641574"/>
            <a:ext cx="10868745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sales and profit by category, region, state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Top-performing products and customers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Profitable vs loss-making sub-categories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 bands and average profit impact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trends by year and month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69196"/>
            <a:ext cx="366207" cy="366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0477" y="3688357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GROUP BY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1475" y="4080767"/>
            <a:ext cx="532354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 metrics by category, region, customer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6672" y="3235722"/>
            <a:ext cx="366207" cy="366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06672" y="3742829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SUM / AVG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206672" y="4150916"/>
            <a:ext cx="532354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totals and averages for KPIs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77" y="4585990"/>
            <a:ext cx="366207" cy="366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0477" y="5176274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HAVING / ORDER BY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61475" y="5577829"/>
            <a:ext cx="532354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and rank top results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6672" y="4562836"/>
            <a:ext cx="366207" cy="3662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9826" y="5126471"/>
            <a:ext cx="532354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YEAR / MONTH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206672" y="5609938"/>
            <a:ext cx="532354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Time-based aggregations and trend analysis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2EF824-D897-B27D-4543-CF7B3EA543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77" y="72528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Power BI Dashboard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083693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6085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Features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41992"/>
            <a:ext cx="5203794" cy="203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KPI cards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by category &amp; customer segment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Profit by region &amp; sub-category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sales trend visual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states by sales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Category, region and date slicers with cross-filtering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640" y="44203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Goal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400640" y="4969917"/>
            <a:ext cx="5203794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raw analytical results into an easy-to-understand interactive business dashboard for stakeholder decision-making.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DF7AD0-576F-C9F9-9137-AC49103A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993" y="759423"/>
            <a:ext cx="7019638" cy="3486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DF6A1B-C416-14B3-45AC-663E85E92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548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Business Insights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5989"/>
            <a:ext cx="1004962" cy="1256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51598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Sales &amp; Growth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2924671"/>
            <a:ext cx="2224230" cy="226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had the highest category sales. The Consumer segment led by sales. Notable increase in sales from 2015 to 2017, with November as the strongest month.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15989"/>
            <a:ext cx="1004962" cy="1256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51598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Profitability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2924671"/>
            <a:ext cx="2224230" cy="226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region generated the highest profit; Copiers were the top profitable sub-category while Tables showed the largest loss. Higher discounts correlated with lower average profitability.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15989"/>
            <a:ext cx="1004962" cy="1256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51598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Regional Notes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2924671"/>
            <a:ext cx="2224230" cy="1984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California led state-level sales. Texas showed high sales volumes but an overall loss when discounts and costs were considered—opportunity for pricing review.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C0F049-4E37-93D0-465B-0E88FC3E2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239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 &amp; Project Outcome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98735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Outcome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71638"/>
            <a:ext cx="5203794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Delivered an end-to-end e-commerce analytics solution covering Data → Cleaning → EDA → SQL → Visualisation → Insights.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110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Deliverables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995341"/>
            <a:ext cx="5203794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analytical dataset (9,994 rows)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EDA notebooks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 analysis queries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Power BI dashboard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insights presentation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198735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Skills Demonstrated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471638"/>
            <a:ext cx="5203794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| SQL | Excel | Power BI | Data Cleaning | EDA | Visualisation | Business Analysis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32776" y="3251200"/>
            <a:ext cx="5203794" cy="1851918"/>
          </a:xfrm>
          <a:prstGeom prst="roundRect">
            <a:avLst>
              <a:gd name="adj" fmla="val 4287"/>
            </a:avLst>
          </a:prstGeom>
          <a:solidFill>
            <a:srgbClr val="D9EDF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3525242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47024" y="3468489"/>
            <a:ext cx="4400539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statement: This project demonstrates the ability to transform raw business data into actionable analytical insights via a structured end-to-end workflow—making it recruiter-ready for entry-level data analyst roles.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32776" y="5315744"/>
            <a:ext cx="1818535" cy="287139"/>
          </a:xfrm>
          <a:prstGeom prst="roundRect">
            <a:avLst>
              <a:gd name="adj" fmla="val 22118"/>
            </a:avLst>
          </a:prstGeom>
          <a:solidFill>
            <a:srgbClr val="D9EDF2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180" y="5372398"/>
            <a:ext cx="22013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FOR INTERVIEW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45765" y="5315744"/>
            <a:ext cx="151046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95CC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59169" y="5372398"/>
            <a:ext cx="18932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 ASSET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0A0C77-DFF1-7804-D42F-3BD935A27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60" y="6118122"/>
            <a:ext cx="10947705" cy="3746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578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 Light</vt:lpstr>
      <vt:lpstr>Roboto</vt:lpstr>
      <vt:lpstr>Host Grotesk Medium</vt:lpstr>
      <vt:lpstr>Arial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 Allenjeffrey</cp:lastModifiedBy>
  <cp:revision>3</cp:revision>
  <dcterms:created xsi:type="dcterms:W3CDTF">2026-09-29T04:07:20Z</dcterms:created>
  <dcterms:modified xsi:type="dcterms:W3CDTF">2026-09-29T04:18:36Z</dcterms:modified>
</cp:coreProperties>
</file>